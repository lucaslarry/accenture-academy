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68947" y="8572376"/>
            <a:ext cx="7272242" cy="1283027"/>
          </a:xfrm>
          <a:custGeom>
            <a:avLst/>
            <a:gdLst/>
            <a:ahLst/>
            <a:cxnLst/>
            <a:rect r="r" b="b" t="t" l="l"/>
            <a:pathLst>
              <a:path h="1283027" w="7272242">
                <a:moveTo>
                  <a:pt x="0" y="0"/>
                </a:moveTo>
                <a:lnTo>
                  <a:pt x="7272243" y="0"/>
                </a:lnTo>
                <a:lnTo>
                  <a:pt x="7272243" y="1283027"/>
                </a:lnTo>
                <a:lnTo>
                  <a:pt x="0" y="12830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221351" y="219570"/>
            <a:ext cx="1618269" cy="1618269"/>
            <a:chOff x="0" y="0"/>
            <a:chExt cx="2157692" cy="21576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730" cy="2157730"/>
            </a:xfrm>
            <a:custGeom>
              <a:avLst/>
              <a:gdLst/>
              <a:ahLst/>
              <a:cxnLst/>
              <a:rect r="r" b="b" t="t" l="l"/>
              <a:pathLst>
                <a:path h="2157730" w="2157730">
                  <a:moveTo>
                    <a:pt x="0" y="0"/>
                  </a:moveTo>
                  <a:lnTo>
                    <a:pt x="2157730" y="0"/>
                  </a:lnTo>
                  <a:lnTo>
                    <a:pt x="2157730" y="2157730"/>
                  </a:lnTo>
                  <a:lnTo>
                    <a:pt x="0" y="2157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43836" y="1124245"/>
            <a:ext cx="13573220" cy="9043159"/>
            <a:chOff x="0" y="0"/>
            <a:chExt cx="18097627" cy="120575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97627" cy="12057507"/>
            </a:xfrm>
            <a:custGeom>
              <a:avLst/>
              <a:gdLst/>
              <a:ahLst/>
              <a:cxnLst/>
              <a:rect r="r" b="b" t="t" l="l"/>
              <a:pathLst>
                <a:path h="12057507" w="18097627">
                  <a:moveTo>
                    <a:pt x="0" y="0"/>
                  </a:moveTo>
                  <a:lnTo>
                    <a:pt x="18097627" y="0"/>
                  </a:lnTo>
                  <a:lnTo>
                    <a:pt x="18097627" y="12057507"/>
                  </a:lnTo>
                  <a:lnTo>
                    <a:pt x="0" y="1205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" r="0" b="-3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40132" y="1028700"/>
            <a:ext cx="6207736" cy="6145032"/>
          </a:xfrm>
          <a:custGeom>
            <a:avLst/>
            <a:gdLst/>
            <a:ahLst/>
            <a:cxnLst/>
            <a:rect r="r" b="b" t="t" l="l"/>
            <a:pathLst>
              <a:path h="6145032" w="6207736">
                <a:moveTo>
                  <a:pt x="0" y="0"/>
                </a:moveTo>
                <a:lnTo>
                  <a:pt x="6207736" y="0"/>
                </a:lnTo>
                <a:lnTo>
                  <a:pt x="6207736" y="6145032"/>
                </a:lnTo>
                <a:lnTo>
                  <a:pt x="0" y="6145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91226" y="7372533"/>
            <a:ext cx="10868578" cy="2644147"/>
          </a:xfrm>
          <a:custGeom>
            <a:avLst/>
            <a:gdLst/>
            <a:ahLst/>
            <a:cxnLst/>
            <a:rect r="r" b="b" t="t" l="l"/>
            <a:pathLst>
              <a:path h="2644147" w="10868578">
                <a:moveTo>
                  <a:pt x="0" y="0"/>
                </a:moveTo>
                <a:lnTo>
                  <a:pt x="10868578" y="0"/>
                </a:lnTo>
                <a:lnTo>
                  <a:pt x="10868578" y="2644147"/>
                </a:lnTo>
                <a:lnTo>
                  <a:pt x="0" y="2644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C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49762" y="2296100"/>
            <a:ext cx="7788476" cy="5694800"/>
          </a:xfrm>
          <a:custGeom>
            <a:avLst/>
            <a:gdLst/>
            <a:ahLst/>
            <a:cxnLst/>
            <a:rect r="r" b="b" t="t" l="l"/>
            <a:pathLst>
              <a:path h="5694800" w="7788476">
                <a:moveTo>
                  <a:pt x="0" y="0"/>
                </a:moveTo>
                <a:lnTo>
                  <a:pt x="7788476" y="0"/>
                </a:lnTo>
                <a:lnTo>
                  <a:pt x="7788476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C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32164" y="2346421"/>
            <a:ext cx="8223671" cy="5594159"/>
          </a:xfrm>
          <a:custGeom>
            <a:avLst/>
            <a:gdLst/>
            <a:ahLst/>
            <a:cxnLst/>
            <a:rect r="r" b="b" t="t" l="l"/>
            <a:pathLst>
              <a:path h="5594159" w="8223671">
                <a:moveTo>
                  <a:pt x="0" y="0"/>
                </a:moveTo>
                <a:lnTo>
                  <a:pt x="8223672" y="0"/>
                </a:lnTo>
                <a:lnTo>
                  <a:pt x="8223672" y="5594158"/>
                </a:lnTo>
                <a:lnTo>
                  <a:pt x="0" y="5594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C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3955" y="2373564"/>
            <a:ext cx="8740089" cy="5539872"/>
          </a:xfrm>
          <a:custGeom>
            <a:avLst/>
            <a:gdLst/>
            <a:ahLst/>
            <a:cxnLst/>
            <a:rect r="r" b="b" t="t" l="l"/>
            <a:pathLst>
              <a:path h="5539872" w="8740089">
                <a:moveTo>
                  <a:pt x="0" y="0"/>
                </a:moveTo>
                <a:lnTo>
                  <a:pt x="8740090" y="0"/>
                </a:lnTo>
                <a:lnTo>
                  <a:pt x="8740090" y="5539872"/>
                </a:lnTo>
                <a:lnTo>
                  <a:pt x="0" y="5539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9C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267652"/>
            <a:ext cx="11301259" cy="1751695"/>
          </a:xfrm>
          <a:custGeom>
            <a:avLst/>
            <a:gdLst/>
            <a:ahLst/>
            <a:cxnLst/>
            <a:rect r="r" b="b" t="t" l="l"/>
            <a:pathLst>
              <a:path h="1751695" w="11301259">
                <a:moveTo>
                  <a:pt x="0" y="0"/>
                </a:moveTo>
                <a:lnTo>
                  <a:pt x="11301258" y="0"/>
                </a:lnTo>
                <a:lnTo>
                  <a:pt x="11301258" y="1751696"/>
                </a:lnTo>
                <a:lnTo>
                  <a:pt x="0" y="175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DAHJ25ud-E0</dc:identifier>
  <dcterms:modified xsi:type="dcterms:W3CDTF">2011-08-01T06:04:30Z</dcterms:modified>
  <cp:revision>1</cp:revision>
  <dc:title>Exercicio18</dc:title>
</cp:coreProperties>
</file>